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Machine Learning for Traffic Flow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Urban traffic congestion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UE24CS352A — Machine Learning Mini-Project</a:t>
            </a:r>
          </a:p>
          <a:p>
            <a:pPr>
              <a:spcAft>
                <a:spcPts val="1500"/>
              </a:spcAft>
              <a:defRPr sz="2000"/>
            </a:pPr>
            <a:r>
              <a:t>Goal: classify road congestion into five levels (0–4)</a:t>
            </a:r>
          </a:p>
          <a:p>
            <a:pPr>
              <a:spcAft>
                <a:spcPts val="1500"/>
              </a:spcAft>
              <a:defRPr sz="2000"/>
            </a:pPr>
            <a:r>
              <a:t>Team members: add both assigned team members before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Urban traffic congestion causes delays and unpredictable travel times.</a:t>
            </a:r>
          </a:p>
          <a:p>
            <a:pPr>
              <a:spcAft>
                <a:spcPts val="1500"/>
              </a:spcAft>
              <a:defRPr sz="2000"/>
            </a:pPr>
            <a:r>
              <a:t>Predict congestion level for a road at a given day and hour.</a:t>
            </a:r>
          </a:p>
          <a:p>
            <a:pPr>
              <a:spcAft>
                <a:spcPts val="1500"/>
              </a:spcAft>
              <a:defRPr sz="2000"/>
            </a:pPr>
            <a:r>
              <a:t>Output classes: 0 (very low) to 4 (very high / severe).</a:t>
            </a:r>
          </a:p>
          <a:p>
            <a:pPr>
              <a:spcAft>
                <a:spcPts val="1500"/>
              </a:spcAft>
              <a:defRPr sz="2000"/>
            </a:pPr>
            <a:r>
              <a:t>This is a classification problem, not a direct travel-time regression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Dataset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Reference paper describes OutScraper-derived traffic information.</a:t>
            </a:r>
          </a:p>
          <a:p>
            <a:pPr>
              <a:spcAft>
                <a:spcPts val="1500"/>
              </a:spcAft>
              <a:defRPr sz="2000"/>
            </a:pPr>
            <a:r>
              <a:t>Inputs: road_id, day_of_week (0–6), hour (0–23).</a:t>
            </a:r>
          </a:p>
          <a:p>
            <a:pPr>
              <a:spcAft>
                <a:spcPts val="1500"/>
              </a:spcAft>
              <a:defRPr sz="2000"/>
            </a:pPr>
            <a:r>
              <a:t>Target: congestion_level (0–4).</a:t>
            </a:r>
          </a:p>
          <a:p>
            <a:pPr>
              <a:spcAft>
                <a:spcPts val="1500"/>
              </a:spcAft>
              <a:defRPr sz="2000"/>
            </a:pPr>
            <a:r>
              <a:t>The raw measured dataset was not included; bundled CSV is synthetic and for code demonstration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Proposed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1. Load CSV and validate required columns.</a:t>
            </a:r>
          </a:p>
          <a:p>
            <a:pPr>
              <a:spcAft>
                <a:spcPts val="1500"/>
              </a:spcAft>
              <a:defRPr sz="2000"/>
            </a:pPr>
            <a:r>
              <a:t>2. Remove invalid / duplicate records.</a:t>
            </a:r>
          </a:p>
          <a:p>
            <a:pPr>
              <a:spcAft>
                <a:spcPts val="1500"/>
              </a:spcAft>
              <a:defRPr sz="2000"/>
            </a:pPr>
            <a:r>
              <a:t>3. Stratified train/test split.</a:t>
            </a:r>
          </a:p>
          <a:p>
            <a:pPr>
              <a:spcAft>
                <a:spcPts val="1500"/>
              </a:spcAft>
              <a:defRPr sz="2000"/>
            </a:pPr>
            <a:r>
              <a:t>4. Train MLP neural network and Random Forest baseline.</a:t>
            </a:r>
          </a:p>
          <a:p>
            <a:pPr>
              <a:spcAft>
                <a:spcPts val="1500"/>
              </a:spcAft>
              <a:defRPr sz="2000"/>
            </a:pPr>
            <a:r>
              <a:t>5. Compare accuracy and macro-F1; inspect confusion matrices.</a:t>
            </a:r>
          </a:p>
          <a:p>
            <a:pPr>
              <a:spcAft>
                <a:spcPts val="1500"/>
              </a:spcAft>
              <a:defRPr sz="2000"/>
            </a:pPr>
            <a:r>
              <a:t>6. Save model and predict new road/day/hour inputs.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MLP: one hidden layer, ReLU activation, five congestion classes.</a:t>
            </a:r>
          </a:p>
          <a:p>
            <a:pPr>
              <a:spcAft>
                <a:spcPts val="1500"/>
              </a:spcAft>
              <a:defRPr sz="2000"/>
            </a:pPr>
            <a:r>
              <a:t>Random Forest: tree-based baseline for comparison.</a:t>
            </a:r>
          </a:p>
          <a:p>
            <a:pPr>
              <a:spcAft>
                <a:spcPts val="1500"/>
              </a:spcAft>
              <a:defRPr sz="2000"/>
            </a:pPr>
            <a:r>
              <a:t>The best model is selected by macro-F1 on the held-out split.</a:t>
            </a:r>
          </a:p>
          <a:p>
            <a:pPr>
              <a:spcAft>
                <a:spcPts val="1500"/>
              </a:spcAft>
              <a:defRPr sz="2000"/>
            </a:pPr>
            <a:r>
              <a:t>No model is claimed to be superior until the actual run results are inspected.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Accuracy: fraction of test predictions that are correct.</a:t>
            </a:r>
          </a:p>
          <a:p>
            <a:pPr>
              <a:spcAft>
                <a:spcPts val="1500"/>
              </a:spcAft>
              <a:defRPr sz="2000"/>
            </a:pPr>
            <a:r>
              <a:t>Macro-F1: average F1 across classes, treating each class equally.</a:t>
            </a:r>
          </a:p>
          <a:p>
            <a:pPr>
              <a:spcAft>
                <a:spcPts val="1500"/>
              </a:spcAft>
              <a:defRPr sz="2000"/>
            </a:pPr>
            <a:r>
              <a:t>Confusion matrix: shows which congestion levels are confused.</a:t>
            </a:r>
          </a:p>
          <a:p>
            <a:pPr>
              <a:spcAft>
                <a:spcPts val="1500"/>
              </a:spcAft>
              <a:defRPr sz="2000"/>
            </a:pPr>
            <a:r>
              <a:t>Run `python src/train.py` to generate metrics and figures.</a:t>
            </a:r>
          </a:p>
          <a:p>
            <a:pPr>
              <a:spcAft>
                <a:spcPts val="1500"/>
              </a:spcAft>
              <a:defRPr sz="2000"/>
            </a:pPr>
            <a:r>
              <a:t>Synthetic-demo metrics must not be presented as real-world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Implementation and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Setup: create venv and install requirements.</a:t>
            </a:r>
          </a:p>
          <a:p>
            <a:pPr>
              <a:spcAft>
                <a:spcPts val="1500"/>
              </a:spcAft>
              <a:defRPr sz="2000"/>
            </a:pPr>
            <a:r>
              <a:t>Train: `python src/train.py`.</a:t>
            </a:r>
          </a:p>
          <a:p>
            <a:pPr>
              <a:spcAft>
                <a:spcPts val="1500"/>
              </a:spcAft>
              <a:defRPr sz="2000"/>
            </a:pPr>
            <a:r>
              <a:t>Predict: `python src/predict.py --road-id 3 --day 4 --hour 17`.</a:t>
            </a:r>
          </a:p>
          <a:p>
            <a:pPr>
              <a:spcAft>
                <a:spcPts val="1500"/>
              </a:spcAft>
              <a:defRPr sz="2000"/>
            </a:pPr>
            <a:r>
              <a:t>Optional UI: `streamlit run src/app.py`.</a:t>
            </a:r>
          </a:p>
          <a:p>
            <a:pPr>
              <a:spcAft>
                <a:spcPts val="1500"/>
              </a:spcAft>
              <a:defRPr sz="2000"/>
            </a:pPr>
            <a:r>
              <a:t>Show outputs/model_comparison.csv and the confusion matrix images.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Small feature set; no live vehicle count, speed, weather, or incidents.</a:t>
            </a:r>
          </a:p>
          <a:p>
            <a:pPr>
              <a:spcAft>
                <a:spcPts val="1500"/>
              </a:spcAft>
              <a:defRPr sz="2000"/>
            </a:pPr>
            <a:r>
              <a:t>No explicit spatial dependency between neighboring roads.</a:t>
            </a:r>
          </a:p>
          <a:p>
            <a:pPr>
              <a:spcAft>
                <a:spcPts val="1500"/>
              </a:spcAft>
              <a:defRPr sz="2000"/>
            </a:pPr>
            <a:r>
              <a:t>Synthetic data is not evidence of real-world performance.</a:t>
            </a:r>
          </a:p>
          <a:p>
            <a:pPr>
              <a:spcAft>
                <a:spcPts val="1500"/>
              </a:spcAft>
              <a:defRPr sz="2000"/>
            </a:pPr>
            <a:r>
              <a:t>Next: obtain measured data, use chronological validation, add traffic volume/speed and incident features.</a:t>
            </a:r>
          </a:p>
          <a:p>
            <a:pPr>
              <a:spcAft>
                <a:spcPts val="1500"/>
              </a:spcAft>
              <a:defRPr sz="2000"/>
            </a:pPr>
            <a:r>
              <a:t>Explore LSTM only if enough timestamped data is 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An end-to-end classification baseline has been implemented.</a:t>
            </a:r>
          </a:p>
          <a:p>
            <a:pPr>
              <a:spcAft>
                <a:spcPts val="1500"/>
              </a:spcAft>
              <a:defRPr sz="2000"/>
            </a:pPr>
            <a:r>
              <a:t>The project includes data validation, two models, evaluation, prediction, and a dashboard.</a:t>
            </a:r>
          </a:p>
          <a:p>
            <a:pPr>
              <a:spcAft>
                <a:spcPts val="1500"/>
              </a:spcAft>
              <a:defRPr sz="2000"/>
            </a:pPr>
            <a:r>
              <a:t>The main next step is evaluation on authorized real traffic observations.</a:t>
            </a:r>
          </a:p>
          <a:p>
            <a:pPr>
              <a:spcAft>
                <a:spcPts val="1500"/>
              </a:spcAft>
              <a:defRPr sz="2000"/>
            </a:pPr>
            <a:r>
              <a:t>Be ready to explain the dataset source, train/test split, metrics, and individual contribution.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